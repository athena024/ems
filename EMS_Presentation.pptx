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560320"/>
            <a:ext cx="1828800" cy="762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EMPLOYEE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6931E"/>
                </a:solidFill>
                <a:latin typeface="Calibri"/>
              </a:defRPr>
            </a:pPr>
            <a:r>
              <a:t>A Comprehensive React-based HR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Team 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● Project Overview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● Problem Statement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● Proposed Solution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● Objectives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● Technology Stack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● System Architecture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● Key Features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● Benefits &amp; Impact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●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EMS is a full-stack web application designed to streamline HR operations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and centralize employee data management within organizations.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Built with React (frontend) and Node.js / Express (backend)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MongoDB for scalable, flexible data storage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JWT-based authentication with role-based access (Admin / Employee)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Responsive design for desktop and mobile use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Comprehensive modules covering the entire employee 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Manual HR processes lead to inefficiencies and data inconsistencies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Paper-based attendance, leave, and payroll tracking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Lack of centralized employee data repository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Critical employee information scattered across spreadsheets and emails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No real-time visibility into workforce metrics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Managers struggle with reporting and decision-making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Employee self-service capabilities are absent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HR team burdened with routine queries and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A unified digital platform that automates HR workflows and provides: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Role-based dashboards for Admin and Employees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Attendance tracking with shift management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Automated payroll generation with salary breakdown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Leave management with approval workflows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Performance tracking and quarterly appraisals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Learning Management System (LMS) for employee training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Helpdesk ticketing for IT/HR support requests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Real-time reports and analytics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Employee self-service portal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Digitize and automate core HR operations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Provide a single source of truth for employee data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Enable real-time tracking of attendance, leaves, and payroll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Empower employees with self-service capabilities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Improve decision-making via dashboards and reports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Ensure data security with role-based access control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Reduce administrative overhead for HR teams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Enhance employee experience through a modern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 —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256032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Component-based UI library</a:t>
            </a:r>
            <a:br/>
            <a:r>
              <a:t>for building interactive</a:t>
            </a:r>
            <a:br/>
            <a:r>
              <a:t>user interfaces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645920"/>
            <a:ext cx="256032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React Router 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Client-side routing with</a:t>
            </a:r>
            <a:br/>
            <a:r>
              <a:t>role-based navigation</a:t>
            </a:r>
            <a:br/>
            <a:r>
              <a:t>and route guards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645920"/>
            <a:ext cx="256032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Axios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HTTP client for API</a:t>
            </a:r>
            <a:br/>
            <a:r>
              <a:t>communication with</a:t>
            </a:r>
            <a:br/>
            <a:r>
              <a:t>interceptors &amp; error handling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645920"/>
            <a:ext cx="256032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CSS3 / Sanitize.css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Responsive styling with</a:t>
            </a:r>
            <a:br/>
            <a:r>
              <a:t>custom components</a:t>
            </a:r>
            <a:br/>
            <a:r>
              <a:t>and consistent 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Reusable component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Context API for state management (Auth, Employee)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Lazy loading &amp; code splitting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 — Backend &amp;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256032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RESTful API server</a:t>
            </a:r>
            <a:br/>
            <a:r>
              <a:t>with modular routes,</a:t>
            </a:r>
            <a:br/>
            <a:r>
              <a:t>middleware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645920"/>
            <a:ext cx="256032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MongoDB / Mongoose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NoSQL database with</a:t>
            </a:r>
            <a:br/>
            <a:r>
              <a:t>flexible schemas and</a:t>
            </a:r>
            <a:br/>
            <a:r>
              <a:t>robust ODM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645920"/>
            <a:ext cx="256032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JWT + bcryptjs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Secure authentication</a:t>
            </a:r>
            <a:br/>
            <a:r>
              <a:t>with JSON Web Tokens</a:t>
            </a:r>
            <a:br/>
            <a:r>
              <a:t>and password hashing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645920"/>
            <a:ext cx="2560320" cy="20116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Nodemon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Development server</a:t>
            </a:r>
            <a:br/>
            <a:r>
              <a:t>with auto-reload</a:t>
            </a:r>
            <a:br/>
            <a:r>
              <a:t>for rapid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RESTful API architecture with 11 modular route files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Middleware for JWT verification &amp; role-based access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MongoDB in-memory server for easy local development (mongodb-memory-server)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Seed script with realistic demo data (16 employees, sample leaves, payrolls, etc.)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┌─────────────┐     ┌──────────────────┐     ┌──────────────┐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│   Browser    │────▶│   React SPA      │────▶│   Axios      │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│  (React App) │◀────│  (Routes/Pages)  │◀────│  (HTTP Calls) │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└─────────────┘     └──────────────────┘     └──────┬───────┘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         │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┌───────▼───────┐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│  Node.js /    │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│  Express API  │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│  (JWT Auth)   │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└───────┬───────┘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         │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┌───────▼───────┐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│    MongoDB    │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│  (Data Store) │</a:t>
            </a:r>
          </a:p>
          <a:p>
            <a:pPr>
              <a:spcAft>
                <a:spcPts val="800"/>
              </a:spcAft>
              <a:defRPr sz="1600">
                <a:solidFill>
                  <a:srgbClr val="F6931E"/>
                </a:solidFill>
                <a:latin typeface="Calibri"/>
              </a:defRPr>
            </a:pPr>
            <a:r>
              <a:t>                                            └───────────────┘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 — Core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Role-based home screens</a:t>
            </a:r>
            <a:br/>
            <a:r>
              <a:t>with key metrics, charts</a:t>
            </a:r>
            <a:br/>
            <a:r>
              <a:t>and quick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 CRUD operations,</a:t>
            </a:r>
            <a:br/>
            <a:r>
              <a:t>card/table views,</a:t>
            </a:r>
            <a:br/>
            <a:r>
              <a:t>department filters, 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Clock-in/out tracking,</a:t>
            </a:r>
            <a:br/>
            <a:r>
              <a:t>shift management</a:t>
            </a:r>
            <a:br/>
            <a:r>
              <a:t>(Morning/Evening/Night)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Leave Mgt.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Apply, approve/reject</a:t>
            </a:r>
            <a:br/>
            <a:r>
              <a:t>leaves with type-based</a:t>
            </a:r>
            <a:br/>
            <a:r>
              <a:t>quota tracking (sick/casual/annual)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93192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Payroll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Monthly payroll with</a:t>
            </a:r>
            <a:br/>
            <a:r>
              <a:t>salary breakdown (Basic,</a:t>
            </a:r>
            <a:br/>
            <a:r>
              <a:t>HRA, DA, PF, TDS)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93192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Task assignment, status</a:t>
            </a:r>
            <a:br/>
            <a:r>
              <a:t>tracking, priority-based</a:t>
            </a:r>
            <a:br/>
            <a:r>
              <a:t>workflow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 — Advanced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Appraisals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Quarterly performance</a:t>
            </a:r>
            <a:br/>
            <a:r>
              <a:t>reviews with 5-dimension</a:t>
            </a:r>
            <a:br/>
            <a:r>
              <a:t>scoring &amp; ratings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Learning Management</a:t>
            </a:r>
            <a:br/>
            <a:r>
              <a:t>System with courses,</a:t>
            </a:r>
            <a:br/>
            <a:r>
              <a:t>progress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Structured onboarding</a:t>
            </a:r>
            <a:br/>
            <a:r>
              <a:t>process with progress</a:t>
            </a:r>
            <a:br/>
            <a:r>
              <a:t>monitoring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Helpdesk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Ticket-based IT/HR</a:t>
            </a:r>
            <a:br/>
            <a:r>
              <a:t>support system with</a:t>
            </a:r>
            <a:br/>
            <a:r>
              <a:t>priority and status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93192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Announcements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Company-wide or</a:t>
            </a:r>
            <a:br/>
            <a:r>
              <a:t>dept-specific notices</a:t>
            </a:r>
            <a:br/>
            <a:r>
              <a:t>with priority levels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931920"/>
            <a:ext cx="3474720" cy="21031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6931E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Analytics and reporting</a:t>
            </a:r>
            <a:br/>
            <a:r>
              <a:t>module for workforce</a:t>
            </a:r>
            <a:br/>
            <a:r>
              <a:t>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Roles &amp;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Admin Role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Full access to all modules: Dashboard, Employees, Payroll, Reports, etc.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Manage employee data, approve leaves, assign tasks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Access to admin-only routes (Add Employee, Security, Payroll, Reports)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Employee Role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Self-service dashboard with personal metrics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View own attendance, leaves, payroll, performance tasks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Apply for leaves, submit helpdesk tickets</a:t>
            </a:r>
          </a:p>
          <a:p>
            <a:pPr lvl="1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○ Access LMS courses, appraisals, profile settings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Authentication: JWT-based login with persistent sessions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Route guards: PrivateRoute, AdminRoute, and role-based redirect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Models (MongoDB Collections)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User         — Authentication credentials (email, password hash, role)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Employee     — Personal info, department, position, salary, shift, status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Attendance   — Daily clock-in/out records per employee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Leave        — Leave applications with type, dates, status, approval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Payroll      — Monthly payslip with full salary breakdown &amp; deductions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PerformanceTask — Task assignments, priorities, due dates, status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Appraisal    — Quarterly review with 5-dimension scoring &amp; rating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Course       — LMS course catalog with lessons, duration, enrollment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Onboarding   — New hire onboarding process tracking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Announcement — Company/Dept notifications with priority &amp; comments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Ticket       — Helpdesk support tickets with category &amp; priority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48640"/>
            <a:ext cx="1097280" cy="508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Benefits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80% reduction in manual HR administrative tasks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Centralized employee data — single source of truth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Real-time visibility into workforce metrics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Faster leave and approval workflows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Automated payroll processing reduces errors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Improved employee satisfaction via self-service portal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Scalable architecture — easy to add new modules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Open-source tech stack — zero licensing costs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● Role-based security ensures data confidentiality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560320"/>
            <a:ext cx="1828800" cy="76200"/>
          </a:xfrm>
          <a:prstGeom prst="rect">
            <a:avLst/>
          </a:prstGeom>
          <a:solidFill>
            <a:srgbClr val="F6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6931E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Contact: admin@ems.com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Demo Credentials — Admin: admin@ems.com / admin123  |  Employee: employee@ems.com / emp123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